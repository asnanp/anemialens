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00C2FF"/>
                </a:solidFill>
              </a:rPr>
              <a:t>AnemiaLens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0C4DE"/>
                </a:solidFill>
              </a:rPr>
              <a:t>Non-invasive anemia screening from a single eye photo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E596"/>
                </a:solidFill>
              </a:rPr>
              <a:t>Live: anemia-lens.vercel.app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C4DE"/>
                </a:solidFill>
              </a:rPr>
              <a:t>GitHub: github.com/Asnanp/AnemiaLens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4864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C4DE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C4DE"/>
                </a:solidFill>
              </a:rPr>
              <a:t>• 2 billion people worldwide suffer from anemia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603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C4DE"/>
                </a:solidFill>
              </a:rPr>
              <a:t>• Traditional diagnosis requires blood tests — invasive, costly, inaccessible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C4DE"/>
                </a:solidFill>
              </a:rPr>
              <a:t>• Rural &amp; low-income communities have no access to labs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C4DE"/>
                </a:solidFill>
              </a:rPr>
              <a:t>• Delayed diagnosis leads to preventable complications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B0C4DE"/>
                </a:solidFill>
              </a:rPr>
              <a:t>• Children and pregnant women are most at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C4DE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0C4DE"/>
                </a:solidFill>
              </a:rPr>
              <a:t>AnemiaLens uses the palpebral conjunctiva (inner eyelid) — a clinically validated
indicator of hemoglobin levels — analyzed by AI from a smartphone photo.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0C2FF"/>
                </a:solidFill>
              </a:rPr>
              <a:t>94.2%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20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DE"/>
                </a:solidFill>
              </a:rPr>
              <a:t>Deployed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0C2FF"/>
                </a:solidFill>
              </a:rPr>
              <a:t>88.9%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3520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DE"/>
                </a:solidFill>
              </a:rPr>
              <a:t>Sensitivity (Recall)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0C2FF"/>
                </a:solidFill>
              </a:rPr>
              <a:t>94.5%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520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DE"/>
                </a:solidFill>
              </a:rPr>
              <a:t>AUC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83464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0C2FF"/>
                </a:solidFill>
              </a:rPr>
              <a:t>90.2%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5204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C4DE"/>
                </a:solidFill>
              </a:rPr>
              <a:t>F1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97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E596"/>
                </a:solidFill>
              </a:rPr>
              <a:t>Try it live at anemia-lens.vercel.app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C4DE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3566160" cy="1828800"/>
          </a:xfrm>
          <a:prstGeom prst="rect">
            <a:avLst/>
          </a:prstGeom>
          <a:solidFill>
            <a:srgbClr val="10283E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78308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2FF"/>
                </a:solidFill>
              </a:rPr>
              <a:t>1. 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219456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User photographs inner eyelid with smartphone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691640"/>
            <a:ext cx="3566160" cy="1828800"/>
          </a:xfrm>
          <a:prstGeom prst="rect">
            <a:avLst/>
          </a:prstGeom>
          <a:solidFill>
            <a:srgbClr val="10283E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53128" y="178308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2FF"/>
                </a:solidFill>
              </a:rPr>
              <a:t>2. Quality Check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53128" y="219456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AI validates image sharpness, framing &amp; lighting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691640"/>
            <a:ext cx="3566160" cy="1828800"/>
          </a:xfrm>
          <a:prstGeom prst="rect">
            <a:avLst/>
          </a:prstGeom>
          <a:solidFill>
            <a:srgbClr val="10283E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39327" y="178308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2FF"/>
                </a:solidFill>
              </a:rPr>
              <a:t>3. ROI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39327" y="219456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EfficientNet-B0 isolates the conjunctiva region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94760"/>
            <a:ext cx="3566160" cy="1828800"/>
          </a:xfrm>
          <a:prstGeom prst="rect">
            <a:avLst/>
          </a:prstGeom>
          <a:solidFill>
            <a:srgbClr val="10283E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88620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2FF"/>
                </a:solidFill>
              </a:rPr>
              <a:t>4. Prediction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29768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Ensemble model estimates hemoglobin &amp; anemia risk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3794760"/>
            <a:ext cx="3566160" cy="1828800"/>
          </a:xfrm>
          <a:prstGeom prst="rect">
            <a:avLst/>
          </a:prstGeom>
          <a:solidFill>
            <a:srgbClr val="10283E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388620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2FF"/>
                </a:solidFill>
              </a:rPr>
              <a:t>5. Triage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53128" y="429768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Risk band assigned: Low / Moderate / High Concern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794760"/>
            <a:ext cx="3566160" cy="1828800"/>
          </a:xfrm>
          <a:prstGeom prst="rect">
            <a:avLst/>
          </a:prstGeom>
          <a:solidFill>
            <a:srgbClr val="10283E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7" y="3886200"/>
            <a:ext cx="3337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2FF"/>
                </a:solidFill>
              </a:rPr>
              <a:t>6. GenAI Guidance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4297680"/>
            <a:ext cx="3337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</a:rPr>
              <a:t>Qwen 2.5 generates personalized next-step advice in plain language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C4DE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2FF"/>
                </a:solidFill>
              </a:rP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169164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React + Vite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6916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</a:rPr>
              <a:t>Deployed on Vercel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350008"/>
            <a:ext cx="11064240" cy="18288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587752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E596"/>
                </a:solidFill>
              </a:rP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58775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FastAPI / Flask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58775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</a:rPr>
              <a:t>Deployed on Render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46120"/>
            <a:ext cx="11064240" cy="18288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483864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600"/>
                </a:solidFill>
              </a:rPr>
              <a:t>Vision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3483864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EfficientNet-B0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83864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</a:rPr>
              <a:t>Conjunctiva ROI + Hb prediction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142232"/>
            <a:ext cx="11064240" cy="18288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379976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7A00"/>
                </a:solidFill>
              </a:rPr>
              <a:t>GenAI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34640" y="4379976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Qwen 2.5 via HuggingFace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379976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</a:rPr>
              <a:t>Personalized guidance generation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038344"/>
            <a:ext cx="11064240" cy="18288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76088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0C4DE"/>
                </a:solidFill>
              </a:rPr>
              <a:t>Runtime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527608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Python 3.12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5276088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</a:rPr>
              <a:t>Ensemble + CatBoost stack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934455"/>
            <a:ext cx="11064240" cy="18288"/>
          </a:xfrm>
          <a:prstGeom prst="rect">
            <a:avLst/>
          </a:prstGeom>
          <a:solidFill>
            <a:srgbClr val="1E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C4DE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0C4DE"/>
                </a:solidFill>
              </a:rPr>
              <a:t>Try it yourself — no install, no signup required.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560320"/>
            <a:ext cx="9418320" cy="1005840"/>
          </a:xfrm>
          <a:prstGeom prst="rect">
            <a:avLst/>
          </a:prstGeom>
          <a:solidFill>
            <a:srgbClr val="002A40"/>
          </a:solidFill>
          <a:ln>
            <a:solidFill>
              <a:srgbClr val="00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606040"/>
            <a:ext cx="9418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C2FF"/>
                </a:solidFill>
              </a:rPr>
              <a:t>anemia-lens.vercel.app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C4DE"/>
                </a:solidFill>
              </a:rPr>
              <a:t>  1.  Open the URL on any device with a camera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6168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C4DE"/>
                </a:solidFill>
              </a:rPr>
              <a:t>  2.  Take a close-up photo of your inner lower eyelid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2861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C4DE"/>
                </a:solidFill>
              </a:rPr>
              <a:t>  3.  Get instant AI-powered anemia risk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9554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C4DE"/>
                </a:solidFill>
              </a:rPr>
              <a:t>  4.  Receive personalized guidance from Qwen 2.5 GenAI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C4DE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005840"/>
            <a:ext cx="54864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Built AI-Native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00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B0C4DE"/>
                </a:solidFill>
              </a:rPr>
              <a:t>Every layer of AnemiaLens was built using AI-native tools and workflows.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2441448"/>
            <a:ext cx="201168" cy="201168"/>
          </a:xfrm>
          <a:prstGeom prst="ellipse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C2FF"/>
                </a:solidFill>
              </a:rPr>
              <a:t>Code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3317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C4DE"/>
                </a:solidFill>
              </a:rPr>
              <a:t>Claude &amp; Codex used for architecture, API design, and component scaffolding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282696"/>
            <a:ext cx="201168" cy="201168"/>
          </a:xfrm>
          <a:prstGeom prst="ellipse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1729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E596"/>
                </a:solidFill>
              </a:rPr>
              <a:t>Model Training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172968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C4DE"/>
                </a:solidFill>
              </a:rPr>
              <a:t>EfficientNet-B0 fine-tuned with AI-assisted hyperparameter selection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123944"/>
            <a:ext cx="201168" cy="201168"/>
          </a:xfrm>
          <a:prstGeom prst="ellipse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014215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600"/>
                </a:solidFill>
              </a:rPr>
              <a:t>GenAI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014215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C4DE"/>
                </a:solidFill>
              </a:rPr>
              <a:t>Qwen 2.5 via HuggingFace Inference API for real-time guidance generation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965192"/>
            <a:ext cx="201168" cy="201168"/>
          </a:xfrm>
          <a:prstGeom prst="ellipse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855464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7A00"/>
                </a:solidFill>
              </a:rPr>
              <a:t>Testing &amp; Debug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4855464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C4DE"/>
                </a:solidFill>
              </a:rPr>
              <a:t>AI-assisted test generation, error analysis, and edge case discovery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806440"/>
            <a:ext cx="201168" cy="201168"/>
          </a:xfrm>
          <a:prstGeom prst="ellipse">
            <a:avLst/>
          </a:prstGeom>
          <a:solidFill>
            <a:srgbClr val="B0C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69671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B0C4DE"/>
                </a:solidFill>
              </a:rPr>
              <a:t>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5696712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0C4DE"/>
                </a:solidFill>
              </a:rPr>
              <a:t>Vercel (frontend) + Render (backend) — zero-config AI-recommended setup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C4DE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00C2FF"/>
                </a:solidFill>
              </a:rPr>
              <a:t>AnemiaLens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0C4DE"/>
                </a:solidFill>
              </a:rPr>
              <a:t>Making anemia screening accessible to everyone, everywhere.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24612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B0C4DE"/>
                </a:solidFill>
              </a:rPr>
              <a:t>Live App: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3246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E596"/>
                </a:solidFill>
              </a:rPr>
              <a:t>anemia-lens.vercel.app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959352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B0C4DE"/>
                </a:solidFill>
              </a:rPr>
              <a:t>GitHub: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395935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C2FF"/>
                </a:solidFill>
              </a:rPr>
              <a:t>github.com/Asnanp/AnemiaLens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672583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B0C4DE"/>
                </a:solidFill>
              </a:rPr>
              <a:t>Built with: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4672583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0C4DE"/>
                </a:solidFill>
              </a:rPr>
              <a:t>AI-native tools — Claude, Codex, HuggingFace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54864" cy="50292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B0C4DE"/>
                </a:solidFill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